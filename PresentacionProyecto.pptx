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Análisis de Retailers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Servicio de inteligencia de mercado y pricing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para empresas del sector retail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Escasa visibilidad continua del mercado online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Dificultad para comparar precios y promociones entre retailers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Diferencias relevantes por zona geográfica poco visibles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Información pública dispersa y sin estructurar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Servicio automatizado de análisis de retailers online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Recogida continua de información pública disponible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Análisis segmentado por código postal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Datos estructurados y almacenados con histórico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Qué analizamos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Surtido de productos por retailer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Precios y variaciones por zona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Promociones activas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Diferencias geográficas relevantes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Ejemplo actual: DIA y Consum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Cómo se ha creado 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Desarrollo propio basado en necesidades reales del mercado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Uso de scripts específicos por retailer para adaptarse a cada web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Separación clara entre obtención, tratamiento y almacenamiento de datos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Diseño modular pensado para escalar a nuevos retailers y países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Obtención automática de datos desde las webs de los retailers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Aplicación de zonificación mediante código postal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Procesamiento y normalización de la información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Almacenamiento en una base de datos para su análisis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Tecnología utilizada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Python como lenguaje principal de desarrollo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Scripts independientes adaptados a cada retailer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Archivos CSV como soporte de histórico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Base de datos MySQL para explotación y análisis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Valor para los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Visión clara y objetiva del mercado online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Soporte directo a decisiones de pricing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Análisis competitivo continuo y actualizado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Servicio escalable con alta demanda en el sector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84678"/>
                </a:solidFill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Incorporar nuevos retailers al servicio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Crear comparativas entre retailers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Normalizar categorías, promociones y marcas</a:t>
            </a:r>
          </a:p>
          <a:p>
            <a:pPr>
              <a:defRPr sz="2000">
                <a:solidFill>
                  <a:srgbClr val="3C3C3C"/>
                </a:solidFill>
              </a:defRPr>
            </a:pPr>
            <a:r>
              <a:t>Desarrollar una plataforma web con dashboards y descargas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